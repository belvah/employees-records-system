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56DB"/>
                </a:solidFill>
                <a:latin typeface="Calibri"/>
              </a:defRPr>
            </a:pPr>
            <a:r>
              <a:t>Employee Records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33333"/>
                </a:solidFill>
                <a:latin typeface="Calibri"/>
              </a:defRPr>
            </a:pPr>
            <a:r>
              <a:t>A Python CLI Application for Tracking Weekly Employee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C3CB0"/>
                </a:solidFill>
                <a:latin typeface="Calibri"/>
              </a:defRPr>
            </a:pPr>
            <a:r>
              <a:t>Belvah Shanyisa  •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Teams need a simple way to track how many tickets each employee completes weekly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Manual tracking is error-prone and hard to visualize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Managers need quick views — by department or across the whole team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Metrics should be ranked from highest to lowest per department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Different colors needed to visually distinguish employees in charts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A lightweight CLI tool solves this without needing a full web 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View all records ranked by tickets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Filter and view by department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Search employees by name (partial match)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Add new employees with validation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Update employee details by ID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Delete employees with confirmation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Terminal bar chart with Unicode symbols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Matplotlib graphical chart with color coding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Dynamic color palettes — unique shade per employee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Duplicate prevention (same name + dept)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Input validation (alphanumeric names, non-negative tickets)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Python 3 — core language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matplotlib — graphical bar charts with color-coded department palettes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colorsys — built-in HSL-to-RGB color conversion for dynamic shading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In-memory storage — list of dictionaries (data resets on exit)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Code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Data Layer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employees list (8 seed records)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DEPARTMENTS constant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get_next_id() for auto-incrementing IDs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Visualization Layer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show_terminal_chart() — Unicode bar chart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show_matplotlib_chart() — graphical chart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generate_palette() — dynamic color shading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CRUD Functions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create_employee() — with full validation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update_employee() — partial updates supported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delete_employee() — with confirmation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search_employee() — partial name match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Display &amp; Menu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display_records() — ranked table output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view_all() / view_by_department()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main() — while loop menu (options 1-7)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Key Python Concepts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Lists and dictionaries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Functions with parameters and return values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Global variables and scope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While loops and conditionals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String formatting (f-strings)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Input validation and error handling (try/except)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List comprehensions and filtering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Sorting with lambda functions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Importing and using external libraries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Constants and configuration patterns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Validation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Username must be alphanumeric only (no spaces or special characters)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Username cannot be empty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Department must match one of the 5 predefined departments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No duplicate employee with same name + department (case-insensitive)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Ticket count must be a non-negative integer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Invalid input is caught with try/except — program never crashes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Demo — Main Menu</a:t>
            </a:r>
          </a:p>
        </p:txBody>
      </p:sp>
      <p:pic>
        <p:nvPicPr>
          <p:cNvPr id="3" name="Picture 2" descr="Screenshot 2026-04-20 at 00.23.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Demo — Search by Name</a:t>
            </a:r>
          </a:p>
        </p:txBody>
      </p:sp>
      <p:pic>
        <p:nvPicPr>
          <p:cNvPr id="3" name="Picture 2" descr="Screenshot 2026-04-20 at 00.25.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Demo — Bar Chart Visualization</a:t>
            </a:r>
          </a:p>
        </p:txBody>
      </p:sp>
      <p:pic>
        <p:nvPicPr>
          <p:cNvPr id="3" name="Picture 2" descr="Screenshot 2026-04-20 at 00.25.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Challenges &amp; 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0392B"/>
                </a:solidFill>
                <a:latin typeface="Calibri"/>
              </a:defRPr>
            </a:pPr>
            <a:r>
              <a:t>Challenges</a:t>
            </a:r>
          </a:p>
          <a:p>
            <a:pPr>
              <a:spcAft>
                <a:spcPts val="800"/>
              </a:spcAft>
              <a:defRPr sz="1800">
                <a:solidFill>
                  <a:srgbClr val="C0392B"/>
                </a:solidFill>
                <a:latin typeface="Calibri"/>
              </a:defRPr>
            </a:pPr>
            <a:r>
              <a:t>  • Generating unique color shades per employee</a:t>
            </a:r>
          </a:p>
          <a:p>
            <a:pPr>
              <a:spcAft>
                <a:spcPts val="800"/>
              </a:spcAft>
              <a:defRPr sz="1800">
                <a:solidFill>
                  <a:srgbClr val="C0392B"/>
                </a:solidFill>
                <a:latin typeface="Calibri"/>
              </a:defRPr>
            </a:pPr>
            <a:r>
              <a:t>  • Aligning terminal bar chart with Unicode characters</a:t>
            </a:r>
          </a:p>
          <a:p>
            <a:pPr>
              <a:spcAft>
                <a:spcPts val="800"/>
              </a:spcAft>
              <a:defRPr sz="1800">
                <a:solidFill>
                  <a:srgbClr val="C0392B"/>
                </a:solidFill>
                <a:latin typeface="Calibri"/>
              </a:defRPr>
            </a:pPr>
            <a:r>
              <a:t>  • Handling edge cases in user input</a:t>
            </a:r>
          </a:p>
          <a:p>
            <a:pPr>
              <a:spcAft>
                <a:spcPts val="800"/>
              </a:spcAft>
              <a:defRPr sz="1800">
                <a:solidFill>
                  <a:srgbClr val="C0392B"/>
                </a:solidFill>
                <a:latin typeface="Calibri"/>
              </a:defRPr>
            </a:pPr>
            <a:r>
              <a:t>  • Keeping code organized as features grew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67F3D"/>
                </a:solidFill>
                <a:latin typeface="Calibri"/>
              </a:defRPr>
            </a:pPr>
            <a:r>
              <a:t>Lessons Learned</a:t>
            </a:r>
          </a:p>
          <a:p>
            <a:pPr>
              <a:spcAft>
                <a:spcPts val="800"/>
              </a:spcAft>
              <a:defRPr sz="1800">
                <a:solidFill>
                  <a:srgbClr val="167F3D"/>
                </a:solidFill>
                <a:latin typeface="Calibri"/>
              </a:defRPr>
            </a:pPr>
            <a:r>
              <a:t>  • Breaking code into small focused functions</a:t>
            </a:r>
          </a:p>
          <a:p>
            <a:pPr>
              <a:spcAft>
                <a:spcPts val="800"/>
              </a:spcAft>
              <a:defRPr sz="1800">
                <a:solidFill>
                  <a:srgbClr val="167F3D"/>
                </a:solidFill>
                <a:latin typeface="Calibri"/>
              </a:defRPr>
            </a:pPr>
            <a:r>
              <a:t>  • Input validation prevents crashes</a:t>
            </a:r>
          </a:p>
          <a:p>
            <a:pPr>
              <a:spcAft>
                <a:spcPts val="800"/>
              </a:spcAft>
              <a:defRPr sz="1800">
                <a:solidFill>
                  <a:srgbClr val="167F3D"/>
                </a:solidFill>
                <a:latin typeface="Calibri"/>
              </a:defRPr>
            </a:pPr>
            <a:r>
              <a:t>  • f-strings make formatting clean and readable</a:t>
            </a:r>
          </a:p>
          <a:p>
            <a:pPr>
              <a:spcAft>
                <a:spcPts val="800"/>
              </a:spcAft>
              <a:defRPr sz="1800">
                <a:solidFill>
                  <a:srgbClr val="167F3D"/>
                </a:solidFill>
                <a:latin typeface="Calibri"/>
              </a:defRPr>
            </a:pPr>
            <a:r>
              <a:t>  • matplotlib is powerful for quick visualizations</a:t>
            </a:r>
          </a:p>
          <a:p>
            <a:pPr>
              <a:spcAft>
                <a:spcPts val="800"/>
              </a:spcAft>
              <a:defRPr sz="1800">
                <a:solidFill>
                  <a:srgbClr val="167F3D"/>
                </a:solidFill>
                <a:latin typeface="Calibri"/>
              </a:defRPr>
            </a:pPr>
            <a:r>
              <a:t>  • Unit testing catches bugs early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Future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SQLite database for persistent storage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Export records to CSV, TXT, PDF, and Excel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Support custom departments via configuration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Unit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32 automated tests using unittest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ID generation — auto-incrementing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Color palettes — valid hex, unique shades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Department filtering — by name, case-insensitive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Sorting — descending order by tickets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Duplicate detection — same name+dept blocked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Run tests: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python -m unittest test_employees -v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Input validation — alphanumeric, empty, departments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Search — exact, partial, case-insensitive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Create employee — valid add, reject duplicates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Delete employee — confirm, cancel, nonexistent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All 32 tests pass in 0.003 seconds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DB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Built a fully functional CLI app to track employee weekly ticket completions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Implemented full CRUD operations with robust input validation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Created dual visualizations — terminal chart and matplotlib graphical chart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Each employee gets a unique color shade within their department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Added search functionality and 32 passing unit tests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• The project demonstrates core Python skills: functions, data structures, loops, error handling, and libraries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56DB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33333"/>
                </a:solidFill>
                <a:latin typeface="Calibri"/>
              </a:defRPr>
            </a:pPr>
            <a:r>
              <a:t>GitHub: github.com/Belvah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C3CB0"/>
                </a:solidFill>
                <a:latin typeface="Calibri"/>
              </a:defRPr>
            </a:pPr>
            <a:r>
              <a:t>Belvah Shanyisa  •  misshuey3@gmail.com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