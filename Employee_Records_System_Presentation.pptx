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6DB"/>
                </a:solidFill>
                <a:latin typeface="Calibri"/>
              </a:defRPr>
            </a:pPr>
            <a:r>
              <a:t>Employee Records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  <a:latin typeface="Calibri"/>
              </a:defRPr>
            </a:pPr>
            <a:r>
              <a:t>Python CLI  |  SQLite Database  |  Matplotlib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3CB0"/>
                </a:solidFill>
                <a:latin typeface="Calibri"/>
              </a:defRPr>
            </a:pPr>
            <a:r>
              <a:t>Belvah Shanyisa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Track weekly ticket completions per employee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Manual tracking is error-prone, hard to visualize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Need quick views by department or whole team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Rank metrics highest to lowest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Persistent storage across sessions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3736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CRUD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View all records ranked by tickets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Filter by department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Search by name (partial match)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Add with validation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Update by ID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Delete with confirmation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6C3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3CB0"/>
                </a:solidFill>
                <a:latin typeface="Calibri"/>
              </a:defRPr>
            </a:pPr>
            <a:r>
              <a:t>Visualization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Terminal bar chart (Unicode)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Matplotlib graphical chart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Unique color shade per employee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Duplicate prevention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Input validation (alphanumeric, non-negative)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Bar Chart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04-20 at 00.23.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01168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29260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92024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E1E"/>
                </a:solidFill>
                <a:latin typeface="Calibri"/>
              </a:defRPr>
            </a:pPr>
            <a:r>
              <a:t>Python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Core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377440" cy="29260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1920240"/>
            <a:ext cx="822960" cy="822960"/>
          </a:xfrm>
          <a:prstGeom prst="ellipse">
            <a:avLst/>
          </a:prstGeom>
          <a:solidFill>
            <a:srgbClr val="167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E1E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Persistent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377440" cy="29260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1920240"/>
            <a:ext cx="822960" cy="822960"/>
          </a:xfrm>
          <a:prstGeom prst="ellipse">
            <a:avLst/>
          </a:prstGeom>
          <a:solidFill>
            <a:srgbClr val="6C3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E1E"/>
                </a:solidFill>
                <a:latin typeface="Calibri"/>
              </a:defRPr>
            </a:pPr>
            <a:r>
              <a:t>matplotlib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Graphical 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377440" cy="29260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2680" y="1920240"/>
            <a:ext cx="822960" cy="8229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E1E"/>
                </a:solidFill>
                <a:latin typeface="Calibri"/>
              </a:defRPr>
            </a:pPr>
            <a:r>
              <a:t>colorsys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HSL color palettes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846320"/>
            <a:ext cx="502920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5029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unittest — 33 automated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440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Built-in Python testing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Code Structure — Modularized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1148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7548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67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F3D"/>
                </a:solidFill>
                <a:latin typeface="Calibri"/>
              </a:defRPr>
            </a:pPr>
            <a:r>
              <a:t>database.py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SQLite init + seeding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get_all / get_by_id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get_by_department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search_by_name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create / update / delete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has_duplicate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6C3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737360"/>
            <a:ext cx="502920" cy="502920"/>
          </a:xfrm>
          <a:prstGeom prst="ellipse">
            <a:avLst/>
          </a:prstGeom>
          <a:solidFill>
            <a:srgbClr val="6C3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3CB0"/>
                </a:solidFill>
                <a:latin typeface="Calibri"/>
              </a:defRPr>
            </a:pPr>
            <a:r>
              <a:t>charts.py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Terminal Unicode bar chart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Matplotlib graphical chart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generate_palette()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get_employee_color()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Dept-based color schemes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0" y="173736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main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CLI menu loop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User input handling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display_records()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view_all / view_by_dept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create / update / delete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search_employee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Key Python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Lists, dictionaries, SQL queries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Functions with docstrings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Modular imports across files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While loops and conditionals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f-string formatting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try/except error handling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List comprehensions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Lambda sorting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SQLite parameterized queries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Context management (try/finally)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Validation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56032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Alphanumeric usernames only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Non-empty username required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Department must match predefined list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No duplicate name + department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Non-negative integer tickets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try/except prevents crashes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Demo — Main Menu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04-20 at 00.23.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Demo — Search by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04-20 at 00.25.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Demo — Bar Chart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1148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04-20 at 00.25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Challenges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1148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Unique color shades per employee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Unicode bar chart alignment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Edge cases in user input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Organizing code across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11480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16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7F3D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Modular code = easier maintenance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Input validation prevents crashes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SQLite &gt; in-memory for persistence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Unit testing catches bugs early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92608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Export to CSV, PDF, Excel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Configurable departments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Web interface (Flask / Django)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Unit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0" y="1463040"/>
            <a:ext cx="4846320" cy="640080"/>
          </a:xfrm>
          <a:prstGeom prst="roundRect">
            <a:avLst/>
          </a:prstGeom>
          <a:solidFill>
            <a:srgbClr val="167F3D"/>
          </a:solidFill>
          <a:ln w="19050">
            <a:solidFill>
              <a:srgbClr val="16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1508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33 tests  •  All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Database init + seeding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Color palettes — hex, unique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Department filtering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Sorting by tickets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Duplicate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4688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Input validation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Search — exact, partial, case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Create + delete via DB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Update + nonexistent handling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Isolated test database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01168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Full CRUD CLI app with SQLite persistence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Dual visualizations — terminal + matplotlib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Modularized: database, charts, main app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Docstrings on every function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33 passing unit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6DB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301752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GitHub: github.com/Belvah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3CB0"/>
                </a:solidFill>
                <a:latin typeface="Calibri"/>
              </a:defRPr>
            </a:pPr>
            <a:r>
              <a:t>Belvah Shanyisa  •  misshuey3@gmail.com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